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Kurz den Projektkontext erklären: Uni-Projekt im Kurs Mobile Software Engineering.
- Hinweis, dass der Vortrag strikt dem Software V‑Modell folgt.
- Zeitrahmen: ca. 15 Minuten, Fokus auf Engineering-Prozess und Qualität, nicht auf Feature-Masse.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Problem: Studierende haben viele parallele Aufgaben, verlieren aber schnell den Überblick.
- Motivation: Eine kleine, fokussierte Todo-App, die lokal funktioniert, reicht oft völlig aus.
- Kein komplexes Backend, bewusst keine User-Accounts, damit Fokus auf Mobile Engineering und Qualität.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Kurz alle Requirements nennen, im Detail dann auf die wichtigsten eingehen.
- Betonung: Anforderungen wurden vor der Implementierung definiert und später in Tests abgedeckt.
- R6/R7 sind Erweiterungen, aber vollständig dokumentiert.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R1–R3 sind die klassischen Basisfunktionen einer To‑Do App.
- R4 ist kritisch für Mobile Use-Cases: App darf Daten nach Schließen nicht verlieren.
- AsyncStorage wird als einfache Schlüssel-Wert-Speicherlösung verwendet.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Hier betonen, dass der Fokus auf Übersicht und Nachvollziehbarkeit liegt (Statistik &amp; Verlauf).
- Listenfunktion erlaubt saubere Trennung von Kontexten (privat, Arbeit, Einkauf).
- Usability umfasst auch visuelle Anpassungen, z.B. dunkle Navigationsleiste unten.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Auf die klare Schichtung eingehen: UI, Zustand, Speicherung.
- Expo Router ermöglicht Tab-Navigation (Aufgaben / Übersicht).
- Dokumentation ist als eigener Teil der Architektur zu verstehen.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Betonung auf einfacher, aber klar strukturierter Architektur.
- Listenumschalter und Virtuelle „Alle“-Ansicht sind nur State-Filter, keine separaten Datenquellen.
- AsyncStorage wird für vollständige Aufgabenobjekte genutzt (inkl. Status und Liste).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Kurze Begründung für TypeScript: frühzeitige Fehlererkennung, klarere Modelle (Task, Listen).
- Expo Router vereinfacht Navigation und Tab-Struktur.
- Cursor AI wird gleich im AI-Teil detailliert beschrieben, hier nur erwähnen.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Konkrete Stellen im Code erwähnen (ohne alles zu zeigen): Index-Tab, Explore-Tab, Task-Listen-Konstanten.
- Dark-Theme-Anpassung der unteren Systemleiste als Beispiel für Detail-Usability.
- Hinweis, dass erledigte Aufgaben nicht doppelt erscheinen, sondern nur im Verlauf.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Explizit betonen, dass für jedes Requirement ein Testfall existiert (Traceability).
- Beispiel: R4 ↔ T4 – App schließen/öffnen, Aufgaben bleiben erhalten.
- Erwähnen, dass die Tests manuell durchgeführt und mit PASS dokumentiert wurden.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Zeigen, dass die Arbeit nicht ad-hoc war, sondern entlang des V‑Modells strukturiert.
- In jedem Sprint wurde ein konsistenter Feature-Umfang abgeschlossen.
- Doku und Code wurden parallel gepflegt (keine „Last-Minute“-Doku).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Klarstellen, dass AI nicht die Verantwortung übernommen hat, sondern als Assistenz diente.
- Beispiele: Vorschlag für Statistiken, History-Filter, aber immer mit eigenem Verständnis integriert.
- Betonen, dass alle Änderungen durch Git dokumentiert sind.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Aufzeigen, dass Git systematisch verwendet wurde, nicht nur für „letzten Commit“.
- GitHub als zentrales Backup und als Nachweis für den Projektverlauf.
- Verbindung zum AI-Teil: Git erleichtert Kontrolle über AI-generierte Änderungen.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Zusammenfassung der wichtigsten technischen und prozessualen Ergebnisse.
- Hervorheben, dass sogar Details wie Dark Theme Navigation gelöst wurden.
- Ausblick bewusst als „Future Work“, nicht als bereits implementierte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Letzte Folie als „Takeaway“ nutzen.
- Drei Begriffe hervorheben: Struktur, Nachvollziehbarkeit, Qualität.
- Zum Schluss kurz auf die Live-Demo überleiten.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2026-02-17T13:24:22Z</dcterms:created>
  <dcterms:modified xsi:type="dcterms:W3CDTF">2026-02-17T13:24:22Z</dcterms:modified>
</cp:coreProperties>
</file>